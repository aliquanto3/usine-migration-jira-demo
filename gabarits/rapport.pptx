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Gabarit neutre du Rapport quotidien (fictif)</dc:title>
  <dc:subject/>
  <dc:creator>Usine de migration (démonstrateur)</dc:creator>
  <cp:keywords/>
  <dc:description>Gabarit fictif du démonstrateur, sans logo ni nom réel.</dc:description>
  <cp:lastModifiedBy>Usine de migration (démonstrateur)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